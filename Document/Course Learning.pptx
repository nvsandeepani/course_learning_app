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4"/>
  </p:sldMasterIdLst>
  <p:sldIdLst>
    <p:sldId id="257" r:id="rId5"/>
    <p:sldId id="261" r:id="rId6"/>
    <p:sldId id="262" r:id="rId7"/>
    <p:sldId id="263" r:id="rId8"/>
    <p:sldId id="264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0B17"/>
    <a:srgbClr val="321A33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184DA70-C731-4C70-880D-CCD4705E623C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98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00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97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639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13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1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36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5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33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765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6223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0759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57512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9052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6680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2A279-0833-481D-8C56-F67FD0AC6C50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89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587DA83-5663-4C9C-B9AA-0B40A3DAFF81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5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29-May-24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93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514" y="959918"/>
            <a:ext cx="6963009" cy="3365194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>
                    <a:lumMod val="95000"/>
                  </a:schemeClr>
                </a:solidFill>
              </a:rPr>
              <a:t>Course Learning </a:t>
            </a:r>
            <a:br>
              <a:rPr lang="en-US" sz="6600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6600" b="1" dirty="0">
                <a:solidFill>
                  <a:schemeClr val="bg1">
                    <a:lumMod val="95000"/>
                  </a:schemeClr>
                </a:solidFill>
              </a:rPr>
              <a:t>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514" y="5052729"/>
            <a:ext cx="6269347" cy="10214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Anu/it/2021/f/91</a:t>
            </a:r>
          </a:p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Group -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37" b="6250"/>
          <a:stretch/>
        </p:blipFill>
        <p:spPr>
          <a:xfrm>
            <a:off x="538980" y="542109"/>
            <a:ext cx="3337916" cy="5773781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DF7A-D1B6-4A31-9361-2881D578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82673-E3B6-4B36-A18B-B21072886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“ </a:t>
            </a:r>
            <a:r>
              <a:rPr lang="en-US" sz="36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Eduplus</a:t>
            </a: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is Online Learning Courses App it is designed for student to enhance the online learning experience by offering a versatile and intuitive platform for participating in courses.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78421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9FEA0-3733-4E6F-A51A-AEDEBB69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AIMs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AFDE9-910C-4CA3-BD44-4F0618FDE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AIM</a:t>
            </a: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primary focus is to facilitate interactive assessments that promote knowledge retention and engagement.</a:t>
            </a: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3600" b="1" dirty="0">
              <a:solidFill>
                <a:srgbClr val="7030A0"/>
              </a:solidFill>
            </a:endParaRPr>
          </a:p>
          <a:p>
            <a:endParaRPr lang="en-US" sz="3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25478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2DD0-E462-4D6F-8645-6BCC116E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78AB7-29CA-4469-9E04-544300C44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start attending the quiz, read pdf, join the live zoom session and you tube video  in the subject categories.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participate for the exam quiz.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generate unique certificate for students.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create a user-friendly interface.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52612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BE2C-F579-41B3-9684-505D54F1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Use Technologies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BB15EA-EEF3-4E07-AAA8-7BB1EB497C7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353" y="2885667"/>
            <a:ext cx="1716088" cy="171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2956383-4630-4ABE-AD47-D8BFB76B9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4759" y="2602803"/>
            <a:ext cx="1842642" cy="184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3B3D27-FE76-46E3-93D7-CD8BA0E78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719" y="2729358"/>
            <a:ext cx="1150434" cy="156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867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2525-5D23-4837-A9A3-0604EE56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99612-4074-443E-B48C-D23937FA23B7}"/>
              </a:ext>
            </a:extLst>
          </p:cNvPr>
          <p:cNvSpPr txBox="1"/>
          <p:nvPr/>
        </p:nvSpPr>
        <p:spPr>
          <a:xfrm>
            <a:off x="783771" y="2756263"/>
            <a:ext cx="10868297" cy="3502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just"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Hope to make all users can download their certificate like a pdf.</a:t>
            </a:r>
            <a:endParaRPr lang="en-US" sz="3200" b="1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 algn="just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Hope to develop a stage to all users can present their problems.</a:t>
            </a:r>
          </a:p>
          <a:p>
            <a:pPr marL="457200" marR="0" lvl="0" indent="-457200" algn="just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Hoping to develop courses in any language for all users</a:t>
            </a:r>
            <a:endParaRPr lang="en-US" sz="3200" b="1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0141267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BC04D-7E34-459B-A2FD-845FA04871F4}"/>
              </a:ext>
            </a:extLst>
          </p:cNvPr>
          <p:cNvSpPr txBox="1"/>
          <p:nvPr/>
        </p:nvSpPr>
        <p:spPr>
          <a:xfrm>
            <a:off x="2586447" y="2612572"/>
            <a:ext cx="8020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65757675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666</TotalTime>
  <Words>153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Century Gothic</vt:lpstr>
      <vt:lpstr>Times New Roman</vt:lpstr>
      <vt:lpstr>Wingdings 3</vt:lpstr>
      <vt:lpstr>Ion Boardroom</vt:lpstr>
      <vt:lpstr>Course Learning  App</vt:lpstr>
      <vt:lpstr>Introduction</vt:lpstr>
      <vt:lpstr>AIMs and Objective</vt:lpstr>
      <vt:lpstr>Object</vt:lpstr>
      <vt:lpstr>Use Technologies</vt:lpstr>
      <vt:lpstr>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Learning  App – “Eduplus”</dc:title>
  <dc:creator>Lenovo</dc:creator>
  <cp:lastModifiedBy>Lenovo</cp:lastModifiedBy>
  <cp:revision>16</cp:revision>
  <dcterms:created xsi:type="dcterms:W3CDTF">2024-05-27T04:26:13Z</dcterms:created>
  <dcterms:modified xsi:type="dcterms:W3CDTF">2024-05-29T04:50:41Z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